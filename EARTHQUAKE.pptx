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48C2A9-A1FD-4394-AA35-6548FA4DD83F}" v="16" dt="2025-12-13T09:15:43.7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V" userId="f055f243ffb41b73" providerId="LiveId" clId="{2C3D7F03-8558-4387-990D-E818F15C2887}"/>
    <pc:docChg chg="addSld delSld modSld sldOrd">
      <pc:chgData name="Lakshmi V" userId="f055f243ffb41b73" providerId="LiveId" clId="{2C3D7F03-8558-4387-990D-E818F15C2887}" dt="2025-12-13T09:16:08.361" v="78" actId="2696"/>
      <pc:docMkLst>
        <pc:docMk/>
      </pc:docMkLst>
      <pc:sldChg chg="modSp mod">
        <pc:chgData name="Lakshmi V" userId="f055f243ffb41b73" providerId="LiveId" clId="{2C3D7F03-8558-4387-990D-E818F15C2887}" dt="2025-12-13T09:08:24.332" v="4" actId="2711"/>
        <pc:sldMkLst>
          <pc:docMk/>
          <pc:sldMk cId="3085899966" sldId="257"/>
        </pc:sldMkLst>
        <pc:spChg chg="mod">
          <ac:chgData name="Lakshmi V" userId="f055f243ffb41b73" providerId="LiveId" clId="{2C3D7F03-8558-4387-990D-E818F15C2887}" dt="2025-12-13T09:08:17.436" v="3" actId="2711"/>
          <ac:spMkLst>
            <pc:docMk/>
            <pc:sldMk cId="3085899966" sldId="257"/>
            <ac:spMk id="2" creationId="{252B6611-CE21-13D3-DB73-2CA17FA0453A}"/>
          </ac:spMkLst>
        </pc:spChg>
        <pc:spChg chg="mod">
          <ac:chgData name="Lakshmi V" userId="f055f243ffb41b73" providerId="LiveId" clId="{2C3D7F03-8558-4387-990D-E818F15C2887}" dt="2025-12-13T09:08:24.332" v="4" actId="2711"/>
          <ac:spMkLst>
            <pc:docMk/>
            <pc:sldMk cId="3085899966" sldId="257"/>
            <ac:spMk id="3" creationId="{4AAADF70-47C4-C197-AD73-B121F30738F9}"/>
          </ac:spMkLst>
        </pc:spChg>
      </pc:sldChg>
      <pc:sldChg chg="modSp mod">
        <pc:chgData name="Lakshmi V" userId="f055f243ffb41b73" providerId="LiveId" clId="{2C3D7F03-8558-4387-990D-E818F15C2887}" dt="2025-12-13T09:08:57.962" v="9" actId="2711"/>
        <pc:sldMkLst>
          <pc:docMk/>
          <pc:sldMk cId="629778320" sldId="258"/>
        </pc:sldMkLst>
        <pc:spChg chg="mod">
          <ac:chgData name="Lakshmi V" userId="f055f243ffb41b73" providerId="LiveId" clId="{2C3D7F03-8558-4387-990D-E818F15C2887}" dt="2025-12-13T09:08:41.575" v="7" actId="122"/>
          <ac:spMkLst>
            <pc:docMk/>
            <pc:sldMk cId="629778320" sldId="258"/>
            <ac:spMk id="2" creationId="{D96B6139-6976-7C3F-7EF2-C907FB9506EA}"/>
          </ac:spMkLst>
        </pc:spChg>
        <pc:spChg chg="mod">
          <ac:chgData name="Lakshmi V" userId="f055f243ffb41b73" providerId="LiveId" clId="{2C3D7F03-8558-4387-990D-E818F15C2887}" dt="2025-12-13T09:08:57.962" v="9" actId="2711"/>
          <ac:spMkLst>
            <pc:docMk/>
            <pc:sldMk cId="629778320" sldId="258"/>
            <ac:spMk id="3" creationId="{EA2015D1-97BC-CDF2-854C-6E0477F266C1}"/>
          </ac:spMkLst>
        </pc:spChg>
      </pc:sldChg>
      <pc:sldChg chg="modSp mod">
        <pc:chgData name="Lakshmi V" userId="f055f243ffb41b73" providerId="LiveId" clId="{2C3D7F03-8558-4387-990D-E818F15C2887}" dt="2025-12-13T09:09:48.461" v="16" actId="14100"/>
        <pc:sldMkLst>
          <pc:docMk/>
          <pc:sldMk cId="1474619721" sldId="259"/>
        </pc:sldMkLst>
        <pc:spChg chg="mod">
          <ac:chgData name="Lakshmi V" userId="f055f243ffb41b73" providerId="LiveId" clId="{2C3D7F03-8558-4387-990D-E818F15C2887}" dt="2025-12-13T09:09:12.007" v="12" actId="122"/>
          <ac:spMkLst>
            <pc:docMk/>
            <pc:sldMk cId="1474619721" sldId="259"/>
            <ac:spMk id="2" creationId="{5BAD7C5B-72C8-C4BD-F59C-A026AAB407F2}"/>
          </ac:spMkLst>
        </pc:spChg>
        <pc:spChg chg="mod">
          <ac:chgData name="Lakshmi V" userId="f055f243ffb41b73" providerId="LiveId" clId="{2C3D7F03-8558-4387-990D-E818F15C2887}" dt="2025-12-13T09:09:48.461" v="16" actId="14100"/>
          <ac:spMkLst>
            <pc:docMk/>
            <pc:sldMk cId="1474619721" sldId="259"/>
            <ac:spMk id="7" creationId="{5A120DC0-92C4-1421-AE43-EA6962523363}"/>
          </ac:spMkLst>
        </pc:spChg>
      </pc:sldChg>
      <pc:sldChg chg="modSp mod">
        <pc:chgData name="Lakshmi V" userId="f055f243ffb41b73" providerId="LiveId" clId="{2C3D7F03-8558-4387-990D-E818F15C2887}" dt="2025-12-13T09:10:50.925" v="27" actId="14100"/>
        <pc:sldMkLst>
          <pc:docMk/>
          <pc:sldMk cId="442153630" sldId="260"/>
        </pc:sldMkLst>
        <pc:spChg chg="mod">
          <ac:chgData name="Lakshmi V" userId="f055f243ffb41b73" providerId="LiveId" clId="{2C3D7F03-8558-4387-990D-E818F15C2887}" dt="2025-12-13T09:10:08.971" v="19" actId="122"/>
          <ac:spMkLst>
            <pc:docMk/>
            <pc:sldMk cId="442153630" sldId="260"/>
            <ac:spMk id="2" creationId="{0D1E0F34-E2C9-6A84-EF19-FC02FB39F8C6}"/>
          </ac:spMkLst>
        </pc:spChg>
        <pc:spChg chg="mod">
          <ac:chgData name="Lakshmi V" userId="f055f243ffb41b73" providerId="LiveId" clId="{2C3D7F03-8558-4387-990D-E818F15C2887}" dt="2025-12-13T09:10:50.925" v="27" actId="14100"/>
          <ac:spMkLst>
            <pc:docMk/>
            <pc:sldMk cId="442153630" sldId="260"/>
            <ac:spMk id="5" creationId="{FCAF4154-D5A5-A84A-CC48-E08AE753F46A}"/>
          </ac:spMkLst>
        </pc:spChg>
      </pc:sldChg>
      <pc:sldChg chg="modSp mod">
        <pc:chgData name="Lakshmi V" userId="f055f243ffb41b73" providerId="LiveId" clId="{2C3D7F03-8558-4387-990D-E818F15C2887}" dt="2025-12-13T09:11:42.877" v="40" actId="14100"/>
        <pc:sldMkLst>
          <pc:docMk/>
          <pc:sldMk cId="2859467653" sldId="261"/>
        </pc:sldMkLst>
        <pc:spChg chg="mod">
          <ac:chgData name="Lakshmi V" userId="f055f243ffb41b73" providerId="LiveId" clId="{2C3D7F03-8558-4387-990D-E818F15C2887}" dt="2025-12-13T09:11:09.600" v="30" actId="2711"/>
          <ac:spMkLst>
            <pc:docMk/>
            <pc:sldMk cId="2859467653" sldId="261"/>
            <ac:spMk id="2" creationId="{D856EC6E-E859-66FE-3249-51D4694701B1}"/>
          </ac:spMkLst>
        </pc:spChg>
        <pc:spChg chg="mod">
          <ac:chgData name="Lakshmi V" userId="f055f243ffb41b73" providerId="LiveId" clId="{2C3D7F03-8558-4387-990D-E818F15C2887}" dt="2025-12-13T09:11:42.877" v="40" actId="14100"/>
          <ac:spMkLst>
            <pc:docMk/>
            <pc:sldMk cId="2859467653" sldId="261"/>
            <ac:spMk id="4" creationId="{3AFFA92B-64D5-A064-7E2B-C0EFD3598ACD}"/>
          </ac:spMkLst>
        </pc:spChg>
      </pc:sldChg>
      <pc:sldChg chg="modSp mod">
        <pc:chgData name="Lakshmi V" userId="f055f243ffb41b73" providerId="LiveId" clId="{2C3D7F03-8558-4387-990D-E818F15C2887}" dt="2025-12-13T09:12:23.572" v="47" actId="14100"/>
        <pc:sldMkLst>
          <pc:docMk/>
          <pc:sldMk cId="425662986" sldId="262"/>
        </pc:sldMkLst>
        <pc:spChg chg="mod">
          <ac:chgData name="Lakshmi V" userId="f055f243ffb41b73" providerId="LiveId" clId="{2C3D7F03-8558-4387-990D-E818F15C2887}" dt="2025-12-13T09:11:58.075" v="43" actId="122"/>
          <ac:spMkLst>
            <pc:docMk/>
            <pc:sldMk cId="425662986" sldId="262"/>
            <ac:spMk id="2" creationId="{EB044B5E-71D1-9409-B65F-779EBC6F3C4D}"/>
          </ac:spMkLst>
        </pc:spChg>
        <pc:spChg chg="mod">
          <ac:chgData name="Lakshmi V" userId="f055f243ffb41b73" providerId="LiveId" clId="{2C3D7F03-8558-4387-990D-E818F15C2887}" dt="2025-12-13T09:12:23.572" v="47" actId="14100"/>
          <ac:spMkLst>
            <pc:docMk/>
            <pc:sldMk cId="425662986" sldId="262"/>
            <ac:spMk id="6" creationId="{3E02CC28-5F4B-3B2B-C437-B4FBA6939E3A}"/>
          </ac:spMkLst>
        </pc:spChg>
      </pc:sldChg>
      <pc:sldChg chg="modSp mod">
        <pc:chgData name="Lakshmi V" userId="f055f243ffb41b73" providerId="LiveId" clId="{2C3D7F03-8558-4387-990D-E818F15C2887}" dt="2025-12-13T09:13:04.201" v="54" actId="255"/>
        <pc:sldMkLst>
          <pc:docMk/>
          <pc:sldMk cId="2282959193" sldId="263"/>
        </pc:sldMkLst>
        <pc:spChg chg="mod">
          <ac:chgData name="Lakshmi V" userId="f055f243ffb41b73" providerId="LiveId" clId="{2C3D7F03-8558-4387-990D-E818F15C2887}" dt="2025-12-13T09:12:38.630" v="50" actId="122"/>
          <ac:spMkLst>
            <pc:docMk/>
            <pc:sldMk cId="2282959193" sldId="263"/>
            <ac:spMk id="2" creationId="{3369B965-DB00-5320-28E3-DA5AACB9D0C5}"/>
          </ac:spMkLst>
        </pc:spChg>
        <pc:spChg chg="mod">
          <ac:chgData name="Lakshmi V" userId="f055f243ffb41b73" providerId="LiveId" clId="{2C3D7F03-8558-4387-990D-E818F15C2887}" dt="2025-12-13T09:13:04.201" v="54" actId="255"/>
          <ac:spMkLst>
            <pc:docMk/>
            <pc:sldMk cId="2282959193" sldId="263"/>
            <ac:spMk id="8" creationId="{AD596588-500A-67B5-44C6-46CBB43185E1}"/>
          </ac:spMkLst>
        </pc:spChg>
      </pc:sldChg>
      <pc:sldChg chg="modSp mod">
        <pc:chgData name="Lakshmi V" userId="f055f243ffb41b73" providerId="LiveId" clId="{2C3D7F03-8558-4387-990D-E818F15C2887}" dt="2025-12-13T09:13:31.611" v="60" actId="255"/>
        <pc:sldMkLst>
          <pc:docMk/>
          <pc:sldMk cId="2836159296" sldId="264"/>
        </pc:sldMkLst>
        <pc:spChg chg="mod">
          <ac:chgData name="Lakshmi V" userId="f055f243ffb41b73" providerId="LiveId" clId="{2C3D7F03-8558-4387-990D-E818F15C2887}" dt="2025-12-13T09:13:16.342" v="57" actId="122"/>
          <ac:spMkLst>
            <pc:docMk/>
            <pc:sldMk cId="2836159296" sldId="264"/>
            <ac:spMk id="2" creationId="{85B393F4-7032-CDEB-2B05-896995940A73}"/>
          </ac:spMkLst>
        </pc:spChg>
        <pc:spChg chg="mod">
          <ac:chgData name="Lakshmi V" userId="f055f243ffb41b73" providerId="LiveId" clId="{2C3D7F03-8558-4387-990D-E818F15C2887}" dt="2025-12-13T09:13:31.611" v="60" actId="255"/>
          <ac:spMkLst>
            <pc:docMk/>
            <pc:sldMk cId="2836159296" sldId="264"/>
            <ac:spMk id="3" creationId="{7C6CADCF-3EA0-651F-5330-06F6FB12779F}"/>
          </ac:spMkLst>
        </pc:spChg>
      </pc:sldChg>
      <pc:sldChg chg="addSp modSp del mod">
        <pc:chgData name="Lakshmi V" userId="f055f243ffb41b73" providerId="LiveId" clId="{2C3D7F03-8558-4387-990D-E818F15C2887}" dt="2025-12-13T09:16:08.361" v="78" actId="2696"/>
        <pc:sldMkLst>
          <pc:docMk/>
          <pc:sldMk cId="2310349682" sldId="265"/>
        </pc:sldMkLst>
        <pc:spChg chg="mod">
          <ac:chgData name="Lakshmi V" userId="f055f243ffb41b73" providerId="LiveId" clId="{2C3D7F03-8558-4387-990D-E818F15C2887}" dt="2025-12-13T09:13:59.311" v="65" actId="122"/>
          <ac:spMkLst>
            <pc:docMk/>
            <pc:sldMk cId="2310349682" sldId="265"/>
            <ac:spMk id="2" creationId="{E5124675-AA7D-6174-4500-B5136813E8E6}"/>
          </ac:spMkLst>
        </pc:spChg>
        <pc:spChg chg="mod">
          <ac:chgData name="Lakshmi V" userId="f055f243ffb41b73" providerId="LiveId" clId="{2C3D7F03-8558-4387-990D-E818F15C2887}" dt="2025-12-13T09:13:55.182" v="64" actId="255"/>
          <ac:spMkLst>
            <pc:docMk/>
            <pc:sldMk cId="2310349682" sldId="265"/>
            <ac:spMk id="4" creationId="{764AA244-D634-65A5-234A-DF9FD4D1FA22}"/>
          </ac:spMkLst>
        </pc:spChg>
        <pc:picChg chg="add mod">
          <ac:chgData name="Lakshmi V" userId="f055f243ffb41b73" providerId="LiveId" clId="{2C3D7F03-8558-4387-990D-E818F15C2887}" dt="2025-12-13T09:14:30.661" v="66"/>
          <ac:picMkLst>
            <pc:docMk/>
            <pc:sldMk cId="2310349682" sldId="265"/>
            <ac:picMk id="7" creationId="{9151246E-37AA-033D-2310-6A15C784655F}"/>
          </ac:picMkLst>
        </pc:picChg>
      </pc:sldChg>
      <pc:sldChg chg="modSp new mod ord">
        <pc:chgData name="Lakshmi V" userId="f055f243ffb41b73" providerId="LiveId" clId="{2C3D7F03-8558-4387-990D-E818F15C2887}" dt="2025-12-13T09:16:03.074" v="77" actId="255"/>
        <pc:sldMkLst>
          <pc:docMk/>
          <pc:sldMk cId="1922122999" sldId="266"/>
        </pc:sldMkLst>
        <pc:spChg chg="mod">
          <ac:chgData name="Lakshmi V" userId="f055f243ffb41b73" providerId="LiveId" clId="{2C3D7F03-8558-4387-990D-E818F15C2887}" dt="2025-12-13T09:15:34.642" v="73" actId="122"/>
          <ac:spMkLst>
            <pc:docMk/>
            <pc:sldMk cId="1922122999" sldId="266"/>
            <ac:spMk id="2" creationId="{E655BA5A-C3AC-F8FB-1E28-70E98DFAF7D4}"/>
          </ac:spMkLst>
        </pc:spChg>
        <pc:spChg chg="mod">
          <ac:chgData name="Lakshmi V" userId="f055f243ffb41b73" providerId="LiveId" clId="{2C3D7F03-8558-4387-990D-E818F15C2887}" dt="2025-12-13T09:16:03.074" v="77" actId="255"/>
          <ac:spMkLst>
            <pc:docMk/>
            <pc:sldMk cId="1922122999" sldId="266"/>
            <ac:spMk id="3" creationId="{74A70B5D-FC26-13F7-38B4-6846A16E569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2235-7B48-4456-861C-5FA3335C039F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72BA-0861-485A-9280-5E3005048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496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2235-7B48-4456-861C-5FA3335C039F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72BA-0861-485A-9280-5E3005048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599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2235-7B48-4456-861C-5FA3335C039F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72BA-0861-485A-9280-5E3005048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667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2235-7B48-4456-861C-5FA3335C039F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72BA-0861-485A-9280-5E3005048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934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2235-7B48-4456-861C-5FA3335C039F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72BA-0861-485A-9280-5E3005048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164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2235-7B48-4456-861C-5FA3335C039F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72BA-0861-485A-9280-5E3005048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990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2235-7B48-4456-861C-5FA3335C039F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72BA-0861-485A-9280-5E3005048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977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2235-7B48-4456-861C-5FA3335C039F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72BA-0861-485A-9280-5E3005048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842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2235-7B48-4456-861C-5FA3335C039F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72BA-0861-485A-9280-5E3005048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70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2235-7B48-4456-861C-5FA3335C039F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72BA-0861-485A-9280-5E3005048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704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2235-7B48-4456-861C-5FA3335C039F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72BA-0861-485A-9280-5E3005048B7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6089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2235-7B48-4456-861C-5FA3335C039F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72BA-0861-485A-9280-5E3005048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843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2235-7B48-4456-861C-5FA3335C039F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72BA-0861-485A-9280-5E3005048B7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3341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2235-7B48-4456-861C-5FA3335C039F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72BA-0861-485A-9280-5E3005048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708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2235-7B48-4456-861C-5FA3335C039F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72BA-0861-485A-9280-5E3005048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5503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2235-7B48-4456-861C-5FA3335C039F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72BA-0861-485A-9280-5E3005048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402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D2235-7B48-4456-861C-5FA3335C039F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64272BA-0861-485A-9280-5E3005048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585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6611-CE21-13D3-DB73-2CA17FA04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EARTHQUAKE</a:t>
            </a:r>
            <a:r>
              <a:rPr lang="en-US" b="1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ADF70-47C4-C197-AD73-B121F3073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Earthquake Data Analysis Dashboard(Insights)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Subtitle: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Python, MySQL &amp;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LAKSHMI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85899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B6139-6976-7C3F-7EF2-C907FB950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015D1-97BC-CDF2-854C-6E0477F26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global earthquake data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trends in magnitude, depth, and location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interactive dashboard for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97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D7C5B-72C8-C4BD-F59C-A026AAB40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Skills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A120DC0-92C4-1421-AE43-EA69625233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862" y="3189283"/>
            <a:ext cx="1007862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Python, Pandas, NumPy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MySQL, SQL Queries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Matplotlib, Altair,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Development: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UI</a:t>
            </a:r>
          </a:p>
        </p:txBody>
      </p:sp>
    </p:spTree>
    <p:extLst>
      <p:ext uri="{BB962C8B-B14F-4D97-AF65-F5344CB8AC3E}">
        <p14:creationId xmlns:p14="http://schemas.microsoft.com/office/powerpoint/2010/main" val="1474619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0F34-E2C9-6A84-EF19-FC02FB39F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Steps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AF4154-D5A5-A84A-CC48-E08AE753F4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2284" y="1255991"/>
            <a:ext cx="9340645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USGS API / CSV 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Loading: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 cleaned data into MySQL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 Analysis: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Execute queries to extract insights (1–30 problem statements)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Dashboard: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Charts, Maps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Insights &amp; Recommendations: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Magnitude, Depth, Time trends, Risk zones</a:t>
            </a:r>
          </a:p>
        </p:txBody>
      </p:sp>
    </p:spTree>
    <p:extLst>
      <p:ext uri="{BB962C8B-B14F-4D97-AF65-F5344CB8AC3E}">
        <p14:creationId xmlns:p14="http://schemas.microsoft.com/office/powerpoint/2010/main" val="442153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6EC6E-E859-66FE-3249-51D469470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FFA92B-64D5-A064-7E2B-C0EFD3598A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839093"/>
            <a:ext cx="9479389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 features like id, time, latitude, longitude,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depth_km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mag,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magType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place, status, tsunami, etc.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key columns: Magnitude, Depth, Place, Tsunami, Network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467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44B5E-71D1-9409-B65F-779EBC6F3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 &amp; Analysis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E02CC28-5F4B-3B2B-C437-B4FBA6939E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2051" y="2342124"/>
            <a:ext cx="807228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Magnitude &amp; Depth: Top 10 strongest/deepest, shallow quakes &gt;7.5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Analysis: Year, month, day with most earthquakes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Casualties &amp; Loss: Top 5 places, economic loss per continent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Tsunami Alerts: Number per year, alert levels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Quality Metrics: RMS, Gap, High station coverage</a:t>
            </a:r>
          </a:p>
        </p:txBody>
      </p:sp>
    </p:spTree>
    <p:extLst>
      <p:ext uri="{BB962C8B-B14F-4D97-AF65-F5344CB8AC3E}">
        <p14:creationId xmlns:p14="http://schemas.microsoft.com/office/powerpoint/2010/main" val="425662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9B965-DB00-5320-28E3-DA5AACB9D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42415D-85D8-A1E7-DB98-1DF6358EA4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3777810"/>
            <a:ext cx="97892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D596588-500A-67B5-44C6-46CBB4318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36" y="2284673"/>
            <a:ext cx="971427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selection of problem statements (1–30)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query execution</a:t>
            </a:r>
          </a:p>
        </p:txBody>
      </p:sp>
    </p:spTree>
    <p:extLst>
      <p:ext uri="{BB962C8B-B14F-4D97-AF65-F5344CB8AC3E}">
        <p14:creationId xmlns:p14="http://schemas.microsoft.com/office/powerpoint/2010/main" val="2282959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393F4-7032-CDEB-2B05-896995940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CADCF-3EA0-651F-5330-06F6FB127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earthquake trends using ML models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earthquake monitoring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 analysis &amp; risk prediction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6159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5BA5A-C3AC-F8FB-1E28-70E98DFA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70B5D-FC26-13F7-38B4-6846A16E5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 into earthquake patterns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provides interactive visualization for decision-making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12299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274</Words>
  <Application>Microsoft Office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Trebuchet MS</vt:lpstr>
      <vt:lpstr>Wingdings 3</vt:lpstr>
      <vt:lpstr>Facet</vt:lpstr>
      <vt:lpstr>EARTHQUAKE </vt:lpstr>
      <vt:lpstr>Objective</vt:lpstr>
      <vt:lpstr>Tools &amp; Skills</vt:lpstr>
      <vt:lpstr>Project Steps</vt:lpstr>
      <vt:lpstr>Data Overview</vt:lpstr>
      <vt:lpstr>SQL Queries &amp; Analysis</vt:lpstr>
      <vt:lpstr>Dashboard</vt:lpstr>
      <vt:lpstr>Future Scope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 V</dc:creator>
  <cp:lastModifiedBy>Lakshmi V</cp:lastModifiedBy>
  <cp:revision>1</cp:revision>
  <dcterms:created xsi:type="dcterms:W3CDTF">2025-12-13T08:13:07Z</dcterms:created>
  <dcterms:modified xsi:type="dcterms:W3CDTF">2025-12-13T09:16:10Z</dcterms:modified>
</cp:coreProperties>
</file>